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61" r:id="rId3"/>
    <p:sldId id="257" r:id="rId4"/>
    <p:sldId id="262" r:id="rId5"/>
    <p:sldId id="258" r:id="rId6"/>
    <p:sldId id="263" r:id="rId7"/>
    <p:sldId id="265" r:id="rId8"/>
    <p:sldId id="259" r:id="rId9"/>
    <p:sldId id="266" r:id="rId10"/>
    <p:sldId id="269" r:id="rId11"/>
    <p:sldId id="268" r:id="rId12"/>
    <p:sldId id="264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A36E24-136A-4824-BD4D-7FE75E9E0394}" v="42" dt="2025-06-03T16:36:19.5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k Woodford" userId="78af9b5bde3d4420" providerId="LiveId" clId="{2BA36E24-136A-4824-BD4D-7FE75E9E0394}"/>
    <pc:docChg chg="undo redo custSel addSld delSld modSld">
      <pc:chgData name="Nick Woodford" userId="78af9b5bde3d4420" providerId="LiveId" clId="{2BA36E24-136A-4824-BD4D-7FE75E9E0394}" dt="2025-06-04T09:32:42.352" v="7664" actId="20577"/>
      <pc:docMkLst>
        <pc:docMk/>
      </pc:docMkLst>
      <pc:sldChg chg="addSp delSp modSp mod setBg addAnim delAnim">
        <pc:chgData name="Nick Woodford" userId="78af9b5bde3d4420" providerId="LiveId" clId="{2BA36E24-136A-4824-BD4D-7FE75E9E0394}" dt="2025-06-03T15:26:06.828" v="6843" actId="26606"/>
        <pc:sldMkLst>
          <pc:docMk/>
          <pc:sldMk cId="2535244746" sldId="256"/>
        </pc:sldMkLst>
        <pc:spChg chg="mod">
          <ac:chgData name="Nick Woodford" userId="78af9b5bde3d4420" providerId="LiveId" clId="{2BA36E24-136A-4824-BD4D-7FE75E9E0394}" dt="2025-06-03T15:26:06.828" v="6843" actId="26606"/>
          <ac:spMkLst>
            <pc:docMk/>
            <pc:sldMk cId="2535244746" sldId="256"/>
            <ac:spMk id="2" creationId="{6A7A2565-D927-31B6-2EA1-8B5C9B32BAC7}"/>
          </ac:spMkLst>
        </pc:spChg>
        <pc:spChg chg="mod">
          <ac:chgData name="Nick Woodford" userId="78af9b5bde3d4420" providerId="LiveId" clId="{2BA36E24-136A-4824-BD4D-7FE75E9E0394}" dt="2025-06-03T15:26:06.828" v="6843" actId="26606"/>
          <ac:spMkLst>
            <pc:docMk/>
            <pc:sldMk cId="2535244746" sldId="256"/>
            <ac:spMk id="3" creationId="{98A504B0-B946-ED73-54F8-ADB403B1A3AE}"/>
          </ac:spMkLst>
        </pc:spChg>
        <pc:spChg chg="add del">
          <ac:chgData name="Nick Woodford" userId="78af9b5bde3d4420" providerId="LiveId" clId="{2BA36E24-136A-4824-BD4D-7FE75E9E0394}" dt="2025-06-03T15:26:06.828" v="6843" actId="26606"/>
          <ac:spMkLst>
            <pc:docMk/>
            <pc:sldMk cId="2535244746" sldId="256"/>
            <ac:spMk id="8" creationId="{6F5A5072-7B47-4D32-B52A-4EBBF590B8A5}"/>
          </ac:spMkLst>
        </pc:spChg>
        <pc:spChg chg="add del">
          <ac:chgData name="Nick Woodford" userId="78af9b5bde3d4420" providerId="LiveId" clId="{2BA36E24-136A-4824-BD4D-7FE75E9E0394}" dt="2025-06-03T15:26:06.828" v="6843" actId="26606"/>
          <ac:spMkLst>
            <pc:docMk/>
            <pc:sldMk cId="2535244746" sldId="256"/>
            <ac:spMk id="10" creationId="{9715DAF0-AE1B-46C9-8A6B-DB2AA05AB91D}"/>
          </ac:spMkLst>
        </pc:spChg>
        <pc:spChg chg="add del">
          <ac:chgData name="Nick Woodford" userId="78af9b5bde3d4420" providerId="LiveId" clId="{2BA36E24-136A-4824-BD4D-7FE75E9E0394}" dt="2025-06-03T15:26:06.828" v="6843" actId="26606"/>
          <ac:spMkLst>
            <pc:docMk/>
            <pc:sldMk cId="2535244746" sldId="256"/>
            <ac:spMk id="12" creationId="{6016219D-510E-4184-9090-6D5578A87BD1}"/>
          </ac:spMkLst>
        </pc:spChg>
        <pc:spChg chg="add del">
          <ac:chgData name="Nick Woodford" userId="78af9b5bde3d4420" providerId="LiveId" clId="{2BA36E24-136A-4824-BD4D-7FE75E9E0394}" dt="2025-06-03T15:26:06.828" v="6843" actId="26606"/>
          <ac:spMkLst>
            <pc:docMk/>
            <pc:sldMk cId="2535244746" sldId="256"/>
            <ac:spMk id="14" creationId="{AFF4A713-7B75-4B21-90D7-5AB19547C728}"/>
          </ac:spMkLst>
        </pc:spChg>
        <pc:spChg chg="add del">
          <ac:chgData name="Nick Woodford" userId="78af9b5bde3d4420" providerId="LiveId" clId="{2BA36E24-136A-4824-BD4D-7FE75E9E0394}" dt="2025-06-03T15:26:06.828" v="6843" actId="26606"/>
          <ac:spMkLst>
            <pc:docMk/>
            <pc:sldMk cId="2535244746" sldId="256"/>
            <ac:spMk id="16" creationId="{DC631C0B-6DA6-4E57-8231-CE32B3434A7E}"/>
          </ac:spMkLst>
        </pc:spChg>
        <pc:spChg chg="add del">
          <ac:chgData name="Nick Woodford" userId="78af9b5bde3d4420" providerId="LiveId" clId="{2BA36E24-136A-4824-BD4D-7FE75E9E0394}" dt="2025-06-03T15:26:06.828" v="6843" actId="26606"/>
          <ac:spMkLst>
            <pc:docMk/>
            <pc:sldMk cId="2535244746" sldId="256"/>
            <ac:spMk id="18" creationId="{C29501E6-A978-4A61-9689-9085AF97A53A}"/>
          </ac:spMkLst>
        </pc:spChg>
      </pc:sldChg>
      <pc:sldChg chg="addSp delSp modSp mod setBg">
        <pc:chgData name="Nick Woodford" userId="78af9b5bde3d4420" providerId="LiveId" clId="{2BA36E24-136A-4824-BD4D-7FE75E9E0394}" dt="2025-06-03T16:42:12.168" v="7621" actId="20577"/>
        <pc:sldMkLst>
          <pc:docMk/>
          <pc:sldMk cId="1249826827" sldId="257"/>
        </pc:sldMkLst>
        <pc:spChg chg="mod">
          <ac:chgData name="Nick Woodford" userId="78af9b5bde3d4420" providerId="LiveId" clId="{2BA36E24-136A-4824-BD4D-7FE75E9E0394}" dt="2025-06-03T16:42:12.168" v="7621" actId="20577"/>
          <ac:spMkLst>
            <pc:docMk/>
            <pc:sldMk cId="1249826827" sldId="257"/>
            <ac:spMk id="2" creationId="{CFB148A1-8C19-7FF8-E5EE-FF3A3D71E170}"/>
          </ac:spMkLst>
        </pc:spChg>
        <pc:spChg chg="add mod">
          <ac:chgData name="Nick Woodford" userId="78af9b5bde3d4420" providerId="LiveId" clId="{2BA36E24-136A-4824-BD4D-7FE75E9E0394}" dt="2025-06-03T15:22:52.425" v="6817" actId="1076"/>
          <ac:spMkLst>
            <pc:docMk/>
            <pc:sldMk cId="1249826827" sldId="257"/>
            <ac:spMk id="3" creationId="{140DEB59-E9C4-09A1-9AEA-972830366066}"/>
          </ac:spMkLst>
        </pc:spChg>
        <pc:spChg chg="add mod">
          <ac:chgData name="Nick Woodford" userId="78af9b5bde3d4420" providerId="LiveId" clId="{2BA36E24-136A-4824-BD4D-7FE75E9E0394}" dt="2025-06-03T16:36:42.677" v="7609" actId="1076"/>
          <ac:spMkLst>
            <pc:docMk/>
            <pc:sldMk cId="1249826827" sldId="257"/>
            <ac:spMk id="4" creationId="{EFDA303D-1714-29FE-8F59-1AD041CEDE4E}"/>
          </ac:spMkLst>
        </pc:spChg>
        <pc:spChg chg="add del">
          <ac:chgData name="Nick Woodford" userId="78af9b5bde3d4420" providerId="LiveId" clId="{2BA36E24-136A-4824-BD4D-7FE75E9E0394}" dt="2025-06-03T16:35:55.456" v="7600" actId="22"/>
          <ac:spMkLst>
            <pc:docMk/>
            <pc:sldMk cId="1249826827" sldId="257"/>
            <ac:spMk id="6" creationId="{0AA1CADD-7CAD-85B1-7552-BA9B5794196C}"/>
          </ac:spMkLst>
        </pc:spChg>
        <pc:spChg chg="add mod">
          <ac:chgData name="Nick Woodford" userId="78af9b5bde3d4420" providerId="LiveId" clId="{2BA36E24-136A-4824-BD4D-7FE75E9E0394}" dt="2025-06-03T16:36:23.518" v="7606" actId="255"/>
          <ac:spMkLst>
            <pc:docMk/>
            <pc:sldMk cId="1249826827" sldId="257"/>
            <ac:spMk id="9" creationId="{1488C079-DDF3-FD24-8A29-10A94DFD9641}"/>
          </ac:spMkLst>
        </pc:spChg>
        <pc:spChg chg="add del">
          <ac:chgData name="Nick Woodford" userId="78af9b5bde3d4420" providerId="LiveId" clId="{2BA36E24-136A-4824-BD4D-7FE75E9E0394}" dt="2025-06-03T15:22:45.716" v="6816" actId="26606"/>
          <ac:spMkLst>
            <pc:docMk/>
            <pc:sldMk cId="1249826827" sldId="257"/>
            <ac:spMk id="16" creationId="{99F1FFA9-D672-408C-9220-ADEEC6ABDD09}"/>
          </ac:spMkLst>
        </pc:spChg>
        <pc:picChg chg="add mod ord">
          <ac:chgData name="Nick Woodford" userId="78af9b5bde3d4420" providerId="LiveId" clId="{2BA36E24-136A-4824-BD4D-7FE75E9E0394}" dt="2025-06-03T16:35:45.018" v="7598" actId="1076"/>
          <ac:picMkLst>
            <pc:docMk/>
            <pc:sldMk cId="1249826827" sldId="257"/>
            <ac:picMk id="7" creationId="{7F0407BD-CC69-1766-1951-CE3E6FD8F2C5}"/>
          </ac:picMkLst>
        </pc:picChg>
        <pc:picChg chg="add mod ord">
          <ac:chgData name="Nick Woodford" userId="78af9b5bde3d4420" providerId="LiveId" clId="{2BA36E24-136A-4824-BD4D-7FE75E9E0394}" dt="2025-06-03T16:35:32.811" v="7595" actId="1076"/>
          <ac:picMkLst>
            <pc:docMk/>
            <pc:sldMk cId="1249826827" sldId="257"/>
            <ac:picMk id="11" creationId="{6C6C491E-BD0C-A8C8-1DCB-1615AA25A450}"/>
          </ac:picMkLst>
        </pc:picChg>
      </pc:sldChg>
      <pc:sldChg chg="addSp delSp modSp mod">
        <pc:chgData name="Nick Woodford" userId="78af9b5bde3d4420" providerId="LiveId" clId="{2BA36E24-136A-4824-BD4D-7FE75E9E0394}" dt="2025-06-03T10:11:01.353" v="2304" actId="313"/>
        <pc:sldMkLst>
          <pc:docMk/>
          <pc:sldMk cId="622630646" sldId="258"/>
        </pc:sldMkLst>
        <pc:spChg chg="del mod">
          <ac:chgData name="Nick Woodford" userId="78af9b5bde3d4420" providerId="LiveId" clId="{2BA36E24-136A-4824-BD4D-7FE75E9E0394}" dt="2025-06-03T09:52:33.913" v="882" actId="21"/>
          <ac:spMkLst>
            <pc:docMk/>
            <pc:sldMk cId="622630646" sldId="258"/>
            <ac:spMk id="2" creationId="{E835BB0D-AE2E-3BE9-9E78-80D8E494797D}"/>
          </ac:spMkLst>
        </pc:spChg>
        <pc:spChg chg="add mod">
          <ac:chgData name="Nick Woodford" userId="78af9b5bde3d4420" providerId="LiveId" clId="{2BA36E24-136A-4824-BD4D-7FE75E9E0394}" dt="2025-06-03T09:59:45.878" v="1281" actId="1076"/>
          <ac:spMkLst>
            <pc:docMk/>
            <pc:sldMk cId="622630646" sldId="258"/>
            <ac:spMk id="3" creationId="{708652F8-199D-4603-DF3F-014D0399E39E}"/>
          </ac:spMkLst>
        </pc:spChg>
        <pc:spChg chg="add mod">
          <ac:chgData name="Nick Woodford" userId="78af9b5bde3d4420" providerId="LiveId" clId="{2BA36E24-136A-4824-BD4D-7FE75E9E0394}" dt="2025-06-03T10:00:10.393" v="1294" actId="1038"/>
          <ac:spMkLst>
            <pc:docMk/>
            <pc:sldMk cId="622630646" sldId="258"/>
            <ac:spMk id="4" creationId="{CD7D7EDF-A36D-7D58-DBF1-C219B171A520}"/>
          </ac:spMkLst>
        </pc:spChg>
        <pc:spChg chg="add mod">
          <ac:chgData name="Nick Woodford" userId="78af9b5bde3d4420" providerId="LiveId" clId="{2BA36E24-136A-4824-BD4D-7FE75E9E0394}" dt="2025-06-03T10:11:01.353" v="2304" actId="313"/>
          <ac:spMkLst>
            <pc:docMk/>
            <pc:sldMk cId="622630646" sldId="258"/>
            <ac:spMk id="6" creationId="{A38EE8C1-1FBF-E542-D6C6-90D3744218FB}"/>
          </ac:spMkLst>
        </pc:spChg>
        <pc:picChg chg="add mod">
          <ac:chgData name="Nick Woodford" userId="78af9b5bde3d4420" providerId="LiveId" clId="{2BA36E24-136A-4824-BD4D-7FE75E9E0394}" dt="2025-06-03T09:55:40.641" v="988" actId="1076"/>
          <ac:picMkLst>
            <pc:docMk/>
            <pc:sldMk cId="622630646" sldId="258"/>
            <ac:picMk id="5" creationId="{4E215AE8-AA32-EF5C-74BE-71548B7D700F}"/>
          </ac:picMkLst>
        </pc:picChg>
        <pc:picChg chg="add mod">
          <ac:chgData name="Nick Woodford" userId="78af9b5bde3d4420" providerId="LiveId" clId="{2BA36E24-136A-4824-BD4D-7FE75E9E0394}" dt="2025-06-03T09:55:44.516" v="996" actId="1076"/>
          <ac:picMkLst>
            <pc:docMk/>
            <pc:sldMk cId="622630646" sldId="258"/>
            <ac:picMk id="7" creationId="{2E428610-4AA1-DE3A-0245-C7583B668132}"/>
          </ac:picMkLst>
        </pc:picChg>
        <pc:picChg chg="add del mod">
          <ac:chgData name="Nick Woodford" userId="78af9b5bde3d4420" providerId="LiveId" clId="{2BA36E24-136A-4824-BD4D-7FE75E9E0394}" dt="2025-06-03T09:51:42.667" v="871" actId="21"/>
          <ac:picMkLst>
            <pc:docMk/>
            <pc:sldMk cId="622630646" sldId="258"/>
            <ac:picMk id="8" creationId="{1895546E-3D1D-6D71-B436-E6508715266A}"/>
          </ac:picMkLst>
        </pc:picChg>
      </pc:sldChg>
      <pc:sldChg chg="addSp delSp modSp mod">
        <pc:chgData name="Nick Woodford" userId="78af9b5bde3d4420" providerId="LiveId" clId="{2BA36E24-136A-4824-BD4D-7FE75E9E0394}" dt="2025-06-03T15:24:20.222" v="6830" actId="1076"/>
        <pc:sldMkLst>
          <pc:docMk/>
          <pc:sldMk cId="2318552903" sldId="259"/>
        </pc:sldMkLst>
        <pc:spChg chg="mod">
          <ac:chgData name="Nick Woodford" userId="78af9b5bde3d4420" providerId="LiveId" clId="{2BA36E24-136A-4824-BD4D-7FE75E9E0394}" dt="2025-06-03T10:03:36.244" v="1694" actId="20577"/>
          <ac:spMkLst>
            <pc:docMk/>
            <pc:sldMk cId="2318552903" sldId="259"/>
            <ac:spMk id="2" creationId="{C99EB70F-3800-218D-AB22-75DF4BE27A2B}"/>
          </ac:spMkLst>
        </pc:spChg>
        <pc:spChg chg="add mod">
          <ac:chgData name="Nick Woodford" userId="78af9b5bde3d4420" providerId="LiveId" clId="{2BA36E24-136A-4824-BD4D-7FE75E9E0394}" dt="2025-06-03T15:24:15.510" v="6829" actId="14100"/>
          <ac:spMkLst>
            <pc:docMk/>
            <pc:sldMk cId="2318552903" sldId="259"/>
            <ac:spMk id="3" creationId="{4213CD43-0902-F1BC-FF13-24E06014653B}"/>
          </ac:spMkLst>
        </pc:spChg>
        <pc:spChg chg="add del mod">
          <ac:chgData name="Nick Woodford" userId="78af9b5bde3d4420" providerId="LiveId" clId="{2BA36E24-136A-4824-BD4D-7FE75E9E0394}" dt="2025-06-03T10:41:39.298" v="5128" actId="21"/>
          <ac:spMkLst>
            <pc:docMk/>
            <pc:sldMk cId="2318552903" sldId="259"/>
            <ac:spMk id="6" creationId="{7AA8B7A6-1793-642E-66FC-EC3AB47D3C08}"/>
          </ac:spMkLst>
        </pc:spChg>
        <pc:picChg chg="add del mod">
          <ac:chgData name="Nick Woodford" userId="78af9b5bde3d4420" providerId="LiveId" clId="{2BA36E24-136A-4824-BD4D-7FE75E9E0394}" dt="2025-06-03T10:41:16.006" v="5126" actId="21"/>
          <ac:picMkLst>
            <pc:docMk/>
            <pc:sldMk cId="2318552903" sldId="259"/>
            <ac:picMk id="5" creationId="{236D9049-11A5-F2D1-C6F5-8CE84AD3ABE5}"/>
          </ac:picMkLst>
        </pc:picChg>
        <pc:picChg chg="add mod">
          <ac:chgData name="Nick Woodford" userId="78af9b5bde3d4420" providerId="LiveId" clId="{2BA36E24-136A-4824-BD4D-7FE75E9E0394}" dt="2025-06-03T15:24:10.939" v="6828" actId="1076"/>
          <ac:picMkLst>
            <pc:docMk/>
            <pc:sldMk cId="2318552903" sldId="259"/>
            <ac:picMk id="7" creationId="{E566751A-51A1-F88A-9591-3D3B55F0984E}"/>
          </ac:picMkLst>
        </pc:picChg>
        <pc:picChg chg="add mod">
          <ac:chgData name="Nick Woodford" userId="78af9b5bde3d4420" providerId="LiveId" clId="{2BA36E24-136A-4824-BD4D-7FE75E9E0394}" dt="2025-06-03T15:24:20.222" v="6830" actId="1076"/>
          <ac:picMkLst>
            <pc:docMk/>
            <pc:sldMk cId="2318552903" sldId="259"/>
            <ac:picMk id="8" creationId="{F92E4AB8-4C5C-8604-A609-EC95E4D00B7A}"/>
          </ac:picMkLst>
        </pc:picChg>
      </pc:sldChg>
      <pc:sldChg chg="modSp del mod">
        <pc:chgData name="Nick Woodford" userId="78af9b5bde3d4420" providerId="LiveId" clId="{2BA36E24-136A-4824-BD4D-7FE75E9E0394}" dt="2025-05-29T15:04:03.244" v="125" actId="2696"/>
        <pc:sldMkLst>
          <pc:docMk/>
          <pc:sldMk cId="2101531126" sldId="260"/>
        </pc:sldMkLst>
      </pc:sldChg>
      <pc:sldChg chg="addSp delSp modSp mod">
        <pc:chgData name="Nick Woodford" userId="78af9b5bde3d4420" providerId="LiveId" clId="{2BA36E24-136A-4824-BD4D-7FE75E9E0394}" dt="2025-06-02T20:52:09.870" v="168" actId="20577"/>
        <pc:sldMkLst>
          <pc:docMk/>
          <pc:sldMk cId="1997283920" sldId="261"/>
        </pc:sldMkLst>
        <pc:spChg chg="mod">
          <ac:chgData name="Nick Woodford" userId="78af9b5bde3d4420" providerId="LiveId" clId="{2BA36E24-136A-4824-BD4D-7FE75E9E0394}" dt="2025-06-02T20:52:09.870" v="168" actId="20577"/>
          <ac:spMkLst>
            <pc:docMk/>
            <pc:sldMk cId="1997283920" sldId="261"/>
            <ac:spMk id="2" creationId="{0B608BDA-B317-25A0-FDE4-3709694CD59E}"/>
          </ac:spMkLst>
        </pc:spChg>
        <pc:picChg chg="add mod">
          <ac:chgData name="Nick Woodford" userId="78af9b5bde3d4420" providerId="LiveId" clId="{2BA36E24-136A-4824-BD4D-7FE75E9E0394}" dt="2025-06-02T20:51:54.353" v="126" actId="14100"/>
          <ac:picMkLst>
            <pc:docMk/>
            <pc:sldMk cId="1997283920" sldId="261"/>
            <ac:picMk id="5" creationId="{4CE83D7A-30C4-E17F-A1CF-9D551B543543}"/>
          </ac:picMkLst>
        </pc:picChg>
        <pc:picChg chg="add mod">
          <ac:chgData name="Nick Woodford" userId="78af9b5bde3d4420" providerId="LiveId" clId="{2BA36E24-136A-4824-BD4D-7FE75E9E0394}" dt="2025-06-02T20:51:57.362" v="127" actId="14100"/>
          <ac:picMkLst>
            <pc:docMk/>
            <pc:sldMk cId="1997283920" sldId="261"/>
            <ac:picMk id="9" creationId="{E28FB618-3B8E-7745-3288-7D96BCA616FE}"/>
          </ac:picMkLst>
        </pc:picChg>
      </pc:sldChg>
      <pc:sldChg chg="addSp delSp modSp new mod">
        <pc:chgData name="Nick Woodford" userId="78af9b5bde3d4420" providerId="LiveId" clId="{2BA36E24-136A-4824-BD4D-7FE75E9E0394}" dt="2025-06-04T09:32:42.352" v="7664" actId="20577"/>
        <pc:sldMkLst>
          <pc:docMk/>
          <pc:sldMk cId="375762642" sldId="262"/>
        </pc:sldMkLst>
        <pc:spChg chg="mod">
          <ac:chgData name="Nick Woodford" userId="78af9b5bde3d4420" providerId="LiveId" clId="{2BA36E24-136A-4824-BD4D-7FE75E9E0394}" dt="2025-06-03T15:23:18.926" v="6822" actId="1076"/>
          <ac:spMkLst>
            <pc:docMk/>
            <pc:sldMk cId="375762642" sldId="262"/>
            <ac:spMk id="2" creationId="{96C04407-FF06-D85E-04D4-78A2DE9D0D8E}"/>
          </ac:spMkLst>
        </pc:spChg>
        <pc:spChg chg="add del mod">
          <ac:chgData name="Nick Woodford" userId="78af9b5bde3d4420" providerId="LiveId" clId="{2BA36E24-136A-4824-BD4D-7FE75E9E0394}" dt="2025-06-03T09:51:30.433" v="869" actId="21"/>
          <ac:spMkLst>
            <pc:docMk/>
            <pc:sldMk cId="375762642" sldId="262"/>
            <ac:spMk id="3" creationId="{06ED3DEF-5FD7-5F44-CCE7-0D39204E2A22}"/>
          </ac:spMkLst>
        </pc:spChg>
        <pc:spChg chg="add mod">
          <ac:chgData name="Nick Woodford" userId="78af9b5bde3d4420" providerId="LiveId" clId="{2BA36E24-136A-4824-BD4D-7FE75E9E0394}" dt="2025-06-03T15:23:30.324" v="6824" actId="1076"/>
          <ac:spMkLst>
            <pc:docMk/>
            <pc:sldMk cId="375762642" sldId="262"/>
            <ac:spMk id="5" creationId="{D16C1605-A419-184B-D03A-031361405F30}"/>
          </ac:spMkLst>
        </pc:spChg>
        <pc:spChg chg="add mod">
          <ac:chgData name="Nick Woodford" userId="78af9b5bde3d4420" providerId="LiveId" clId="{2BA36E24-136A-4824-BD4D-7FE75E9E0394}" dt="2025-06-03T15:23:15.082" v="6821" actId="1076"/>
          <ac:spMkLst>
            <pc:docMk/>
            <pc:sldMk cId="375762642" sldId="262"/>
            <ac:spMk id="6" creationId="{AF2AC02A-829F-E86C-F815-B837E7B28F78}"/>
          </ac:spMkLst>
        </pc:spChg>
        <pc:spChg chg="add mod">
          <ac:chgData name="Nick Woodford" userId="78af9b5bde3d4420" providerId="LiveId" clId="{2BA36E24-136A-4824-BD4D-7FE75E9E0394}" dt="2025-06-04T09:32:42.352" v="7664" actId="20577"/>
          <ac:spMkLst>
            <pc:docMk/>
            <pc:sldMk cId="375762642" sldId="262"/>
            <ac:spMk id="7" creationId="{BEA507B4-0856-33B8-E4D9-E23344378171}"/>
          </ac:spMkLst>
        </pc:spChg>
        <pc:spChg chg="add mod">
          <ac:chgData name="Nick Woodford" userId="78af9b5bde3d4420" providerId="LiveId" clId="{2BA36E24-136A-4824-BD4D-7FE75E9E0394}" dt="2025-06-03T15:23:15.082" v="6821" actId="1076"/>
          <ac:spMkLst>
            <pc:docMk/>
            <pc:sldMk cId="375762642" sldId="262"/>
            <ac:spMk id="8" creationId="{443B5448-0759-C405-6262-088CA895427D}"/>
          </ac:spMkLst>
        </pc:spChg>
        <pc:picChg chg="add mod">
          <ac:chgData name="Nick Woodford" userId="78af9b5bde3d4420" providerId="LiveId" clId="{2BA36E24-136A-4824-BD4D-7FE75E9E0394}" dt="2025-06-03T15:23:08.914" v="6820" actId="1076"/>
          <ac:picMkLst>
            <pc:docMk/>
            <pc:sldMk cId="375762642" sldId="262"/>
            <ac:picMk id="4" creationId="{420F6870-9849-CB1E-658A-18BDBC80BE9D}"/>
          </ac:picMkLst>
        </pc:picChg>
      </pc:sldChg>
      <pc:sldChg chg="addSp delSp modSp new mod">
        <pc:chgData name="Nick Woodford" userId="78af9b5bde3d4420" providerId="LiveId" clId="{2BA36E24-136A-4824-BD4D-7FE75E9E0394}" dt="2025-06-03T10:14:22.283" v="2527" actId="1076"/>
        <pc:sldMkLst>
          <pc:docMk/>
          <pc:sldMk cId="2306469542" sldId="263"/>
        </pc:sldMkLst>
        <pc:spChg chg="mod">
          <ac:chgData name="Nick Woodford" userId="78af9b5bde3d4420" providerId="LiveId" clId="{2BA36E24-136A-4824-BD4D-7FE75E9E0394}" dt="2025-06-03T09:57:30.214" v="1019" actId="20577"/>
          <ac:spMkLst>
            <pc:docMk/>
            <pc:sldMk cId="2306469542" sldId="263"/>
            <ac:spMk id="2" creationId="{454C9950-B2D1-D8D0-5AFC-AAC7CAE30D8E}"/>
          </ac:spMkLst>
        </pc:spChg>
        <pc:spChg chg="del">
          <ac:chgData name="Nick Woodford" userId="78af9b5bde3d4420" providerId="LiveId" clId="{2BA36E24-136A-4824-BD4D-7FE75E9E0394}" dt="2025-06-03T09:57:14.989" v="997" actId="931"/>
          <ac:spMkLst>
            <pc:docMk/>
            <pc:sldMk cId="2306469542" sldId="263"/>
            <ac:spMk id="3" creationId="{F0DA6DE1-48C3-DE10-46F1-2318185D7DC5}"/>
          </ac:spMkLst>
        </pc:spChg>
        <pc:spChg chg="add mod">
          <ac:chgData name="Nick Woodford" userId="78af9b5bde3d4420" providerId="LiveId" clId="{2BA36E24-136A-4824-BD4D-7FE75E9E0394}" dt="2025-06-03T10:14:22.283" v="2527" actId="1076"/>
          <ac:spMkLst>
            <pc:docMk/>
            <pc:sldMk cId="2306469542" sldId="263"/>
            <ac:spMk id="6" creationId="{691B3A13-F9FC-D7F4-6E80-8771FF9B555E}"/>
          </ac:spMkLst>
        </pc:spChg>
        <pc:picChg chg="add mod">
          <ac:chgData name="Nick Woodford" userId="78af9b5bde3d4420" providerId="LiveId" clId="{2BA36E24-136A-4824-BD4D-7FE75E9E0394}" dt="2025-06-03T09:57:33.360" v="1020" actId="1076"/>
          <ac:picMkLst>
            <pc:docMk/>
            <pc:sldMk cId="2306469542" sldId="263"/>
            <ac:picMk id="5" creationId="{3A7ABCBE-939C-96A9-3051-0C5823DFD8B4}"/>
          </ac:picMkLst>
        </pc:picChg>
      </pc:sldChg>
      <pc:sldChg chg="addSp delSp modSp new mod">
        <pc:chgData name="Nick Woodford" userId="78af9b5bde3d4420" providerId="LiveId" clId="{2BA36E24-136A-4824-BD4D-7FE75E9E0394}" dt="2025-06-03T15:20:13.417" v="6804" actId="20577"/>
        <pc:sldMkLst>
          <pc:docMk/>
          <pc:sldMk cId="902322573" sldId="264"/>
        </pc:sldMkLst>
        <pc:spChg chg="mod">
          <ac:chgData name="Nick Woodford" userId="78af9b5bde3d4420" providerId="LiveId" clId="{2BA36E24-136A-4824-BD4D-7FE75E9E0394}" dt="2025-06-03T15:20:13.417" v="6804" actId="20577"/>
          <ac:spMkLst>
            <pc:docMk/>
            <pc:sldMk cId="902322573" sldId="264"/>
            <ac:spMk id="2" creationId="{83C677E2-AA62-9B20-07D8-DEA231269791}"/>
          </ac:spMkLst>
        </pc:spChg>
        <pc:spChg chg="mod">
          <ac:chgData name="Nick Woodford" userId="78af9b5bde3d4420" providerId="LiveId" clId="{2BA36E24-136A-4824-BD4D-7FE75E9E0394}" dt="2025-06-03T10:53:59.532" v="6654" actId="20577"/>
          <ac:spMkLst>
            <pc:docMk/>
            <pc:sldMk cId="902322573" sldId="264"/>
            <ac:spMk id="3" creationId="{8F84CE0B-4154-6516-3256-234F13AA5A4C}"/>
          </ac:spMkLst>
        </pc:spChg>
        <pc:spChg chg="add del mod">
          <ac:chgData name="Nick Woodford" userId="78af9b5bde3d4420" providerId="LiveId" clId="{2BA36E24-136A-4824-BD4D-7FE75E9E0394}" dt="2025-06-03T10:43:12.433" v="5180" actId="21"/>
          <ac:spMkLst>
            <pc:docMk/>
            <pc:sldMk cId="902322573" sldId="264"/>
            <ac:spMk id="6" creationId="{E5F4F9ED-2623-14E5-FA87-07A444C697E1}"/>
          </ac:spMkLst>
        </pc:spChg>
        <pc:spChg chg="add mod">
          <ac:chgData name="Nick Woodford" userId="78af9b5bde3d4420" providerId="LiveId" clId="{2BA36E24-136A-4824-BD4D-7FE75E9E0394}" dt="2025-06-03T10:48:45.101" v="5947" actId="767"/>
          <ac:spMkLst>
            <pc:docMk/>
            <pc:sldMk cId="902322573" sldId="264"/>
            <ac:spMk id="7" creationId="{60E4F1CA-95FE-9A33-8C4C-8D4FAD8E7094}"/>
          </ac:spMkLst>
        </pc:spChg>
        <pc:picChg chg="add del mod modCrop">
          <ac:chgData name="Nick Woodford" userId="78af9b5bde3d4420" providerId="LiveId" clId="{2BA36E24-136A-4824-BD4D-7FE75E9E0394}" dt="2025-06-03T10:43:12.433" v="5180" actId="21"/>
          <ac:picMkLst>
            <pc:docMk/>
            <pc:sldMk cId="902322573" sldId="264"/>
            <ac:picMk id="5" creationId="{3396003F-3C6C-64DD-60F3-70D7EC9937C4}"/>
          </ac:picMkLst>
        </pc:picChg>
      </pc:sldChg>
      <pc:sldChg chg="modSp new mod">
        <pc:chgData name="Nick Woodford" userId="78af9b5bde3d4420" providerId="LiveId" clId="{2BA36E24-136A-4824-BD4D-7FE75E9E0394}" dt="2025-06-03T19:03:13.673" v="7654" actId="20577"/>
        <pc:sldMkLst>
          <pc:docMk/>
          <pc:sldMk cId="2488485617" sldId="265"/>
        </pc:sldMkLst>
        <pc:spChg chg="mod">
          <ac:chgData name="Nick Woodford" userId="78af9b5bde3d4420" providerId="LiveId" clId="{2BA36E24-136A-4824-BD4D-7FE75E9E0394}" dt="2025-06-03T19:03:13.673" v="7654" actId="20577"/>
          <ac:spMkLst>
            <pc:docMk/>
            <pc:sldMk cId="2488485617" sldId="265"/>
            <ac:spMk id="2" creationId="{362B2B35-FC17-3AA8-0273-86FB820264F0}"/>
          </ac:spMkLst>
        </pc:spChg>
        <pc:spChg chg="mod">
          <ac:chgData name="Nick Woodford" userId="78af9b5bde3d4420" providerId="LiveId" clId="{2BA36E24-136A-4824-BD4D-7FE75E9E0394}" dt="2025-06-03T10:23:21.886" v="4159" actId="27636"/>
          <ac:spMkLst>
            <pc:docMk/>
            <pc:sldMk cId="2488485617" sldId="265"/>
            <ac:spMk id="3" creationId="{A24C641E-E5FE-FA7B-077E-B4801D5B9C86}"/>
          </ac:spMkLst>
        </pc:spChg>
      </pc:sldChg>
      <pc:sldChg chg="addSp delSp modSp new mod">
        <pc:chgData name="Nick Woodford" userId="78af9b5bde3d4420" providerId="LiveId" clId="{2BA36E24-136A-4824-BD4D-7FE75E9E0394}" dt="2025-06-03T18:57:37.574" v="7622" actId="20577"/>
        <pc:sldMkLst>
          <pc:docMk/>
          <pc:sldMk cId="1363385223" sldId="266"/>
        </pc:sldMkLst>
        <pc:spChg chg="mod">
          <ac:chgData name="Nick Woodford" userId="78af9b5bde3d4420" providerId="LiveId" clId="{2BA36E24-136A-4824-BD4D-7FE75E9E0394}" dt="2025-06-03T15:24:35.123" v="6833" actId="1076"/>
          <ac:spMkLst>
            <pc:docMk/>
            <pc:sldMk cId="1363385223" sldId="266"/>
            <ac:spMk id="2" creationId="{6888CEF2-F7AF-EBB7-D8D1-E0B94EC10BD7}"/>
          </ac:spMkLst>
        </pc:spChg>
        <pc:spChg chg="del">
          <ac:chgData name="Nick Woodford" userId="78af9b5bde3d4420" providerId="LiveId" clId="{2BA36E24-136A-4824-BD4D-7FE75E9E0394}" dt="2025-06-03T10:41:20.848" v="5127"/>
          <ac:spMkLst>
            <pc:docMk/>
            <pc:sldMk cId="1363385223" sldId="266"/>
            <ac:spMk id="3" creationId="{8A57380E-3BEC-FD09-EF2C-86AF22B713C6}"/>
          </ac:spMkLst>
        </pc:spChg>
        <pc:spChg chg="add mod">
          <ac:chgData name="Nick Woodford" userId="78af9b5bde3d4420" providerId="LiveId" clId="{2BA36E24-136A-4824-BD4D-7FE75E9E0394}" dt="2025-06-03T18:57:37.574" v="7622" actId="20577"/>
          <ac:spMkLst>
            <pc:docMk/>
            <pc:sldMk cId="1363385223" sldId="266"/>
            <ac:spMk id="6" creationId="{6282256C-1FFC-2203-5837-74CC098D3B9B}"/>
          </ac:spMkLst>
        </pc:spChg>
        <pc:spChg chg="add del mod">
          <ac:chgData name="Nick Woodford" userId="78af9b5bde3d4420" providerId="LiveId" clId="{2BA36E24-136A-4824-BD4D-7FE75E9E0394}" dt="2025-06-03T15:24:28.420" v="6831" actId="21"/>
          <ac:spMkLst>
            <pc:docMk/>
            <pc:sldMk cId="1363385223" sldId="266"/>
            <ac:spMk id="8" creationId="{6331D998-0EF4-CB23-4480-1A53C8E96A74}"/>
          </ac:spMkLst>
        </pc:spChg>
        <pc:picChg chg="add del mod">
          <ac:chgData name="Nick Woodford" userId="78af9b5bde3d4420" providerId="LiveId" clId="{2BA36E24-136A-4824-BD4D-7FE75E9E0394}" dt="2025-06-03T15:24:01.310" v="6825" actId="21"/>
          <ac:picMkLst>
            <pc:docMk/>
            <pc:sldMk cId="1363385223" sldId="266"/>
            <ac:picMk id="4" creationId="{F92E4AB8-4C5C-8604-A609-EC95E4D00B7A}"/>
          </ac:picMkLst>
        </pc:picChg>
        <pc:picChg chg="add mod">
          <ac:chgData name="Nick Woodford" userId="78af9b5bde3d4420" providerId="LiveId" clId="{2BA36E24-136A-4824-BD4D-7FE75E9E0394}" dt="2025-06-03T15:25:10.937" v="6836"/>
          <ac:picMkLst>
            <pc:docMk/>
            <pc:sldMk cId="1363385223" sldId="266"/>
            <ac:picMk id="9" creationId="{4F91839C-859E-D09C-1163-9694D1842A2D}"/>
          </ac:picMkLst>
        </pc:picChg>
      </pc:sldChg>
      <pc:sldChg chg="addSp modSp new mod">
        <pc:chgData name="Nick Woodford" userId="78af9b5bde3d4420" providerId="LiveId" clId="{2BA36E24-136A-4824-BD4D-7FE75E9E0394}" dt="2025-06-03T10:53:38.143" v="6650" actId="20577"/>
        <pc:sldMkLst>
          <pc:docMk/>
          <pc:sldMk cId="3198848580" sldId="267"/>
        </pc:sldMkLst>
        <pc:spChg chg="mod">
          <ac:chgData name="Nick Woodford" userId="78af9b5bde3d4420" providerId="LiveId" clId="{2BA36E24-136A-4824-BD4D-7FE75E9E0394}" dt="2025-06-03T10:43:21.446" v="5194" actId="20577"/>
          <ac:spMkLst>
            <pc:docMk/>
            <pc:sldMk cId="3198848580" sldId="267"/>
            <ac:spMk id="2" creationId="{C3DD7E26-3E70-F337-9658-900D2717BEEC}"/>
          </ac:spMkLst>
        </pc:spChg>
        <pc:spChg chg="mod">
          <ac:chgData name="Nick Woodford" userId="78af9b5bde3d4420" providerId="LiveId" clId="{2BA36E24-136A-4824-BD4D-7FE75E9E0394}" dt="2025-06-03T10:53:38.143" v="6650" actId="20577"/>
          <ac:spMkLst>
            <pc:docMk/>
            <pc:sldMk cId="3198848580" sldId="267"/>
            <ac:spMk id="3" creationId="{CD91D59A-800C-096C-2B9C-F45C17D2E615}"/>
          </ac:spMkLst>
        </pc:spChg>
        <pc:spChg chg="add mod">
          <ac:chgData name="Nick Woodford" userId="78af9b5bde3d4420" providerId="LiveId" clId="{2BA36E24-136A-4824-BD4D-7FE75E9E0394}" dt="2025-06-03T10:43:17.729" v="5182" actId="1076"/>
          <ac:spMkLst>
            <pc:docMk/>
            <pc:sldMk cId="3198848580" sldId="267"/>
            <ac:spMk id="6" creationId="{E5F4F9ED-2623-14E5-FA87-07A444C697E1}"/>
          </ac:spMkLst>
        </pc:spChg>
        <pc:picChg chg="add mod">
          <ac:chgData name="Nick Woodford" userId="78af9b5bde3d4420" providerId="LiveId" clId="{2BA36E24-136A-4824-BD4D-7FE75E9E0394}" dt="2025-06-03T10:43:17.729" v="5182" actId="1076"/>
          <ac:picMkLst>
            <pc:docMk/>
            <pc:sldMk cId="3198848580" sldId="267"/>
            <ac:picMk id="5" creationId="{3396003F-3C6C-64DD-60F3-70D7EC9937C4}"/>
          </ac:picMkLst>
        </pc:picChg>
      </pc:sldChg>
      <pc:sldChg chg="addSp delSp modSp new mod">
        <pc:chgData name="Nick Woodford" userId="78af9b5bde3d4420" providerId="LiveId" clId="{2BA36E24-136A-4824-BD4D-7FE75E9E0394}" dt="2025-06-03T15:21:52.773" v="6809" actId="1076"/>
        <pc:sldMkLst>
          <pc:docMk/>
          <pc:sldMk cId="410322220" sldId="268"/>
        </pc:sldMkLst>
        <pc:spChg chg="mod">
          <ac:chgData name="Nick Woodford" userId="78af9b5bde3d4420" providerId="LiveId" clId="{2BA36E24-136A-4824-BD4D-7FE75E9E0394}" dt="2025-06-03T15:21:52.773" v="6809" actId="1076"/>
          <ac:spMkLst>
            <pc:docMk/>
            <pc:sldMk cId="410322220" sldId="268"/>
            <ac:spMk id="2" creationId="{8E7277DE-905D-5341-59DE-455E5D8EEEDE}"/>
          </ac:spMkLst>
        </pc:spChg>
        <pc:spChg chg="del">
          <ac:chgData name="Nick Woodford" userId="78af9b5bde3d4420" providerId="LiveId" clId="{2BA36E24-136A-4824-BD4D-7FE75E9E0394}" dt="2025-06-03T15:17:41.212" v="6736" actId="478"/>
          <ac:spMkLst>
            <pc:docMk/>
            <pc:sldMk cId="410322220" sldId="268"/>
            <ac:spMk id="3" creationId="{81E308A2-6ABF-4961-82EB-FBBCB09B2CAC}"/>
          </ac:spMkLst>
        </pc:spChg>
        <pc:spChg chg="add mod">
          <ac:chgData name="Nick Woodford" userId="78af9b5bde3d4420" providerId="LiveId" clId="{2BA36E24-136A-4824-BD4D-7FE75E9E0394}" dt="2025-06-03T15:19:06.623" v="6740"/>
          <ac:spMkLst>
            <pc:docMk/>
            <pc:sldMk cId="410322220" sldId="268"/>
            <ac:spMk id="4" creationId="{C2E52134-3BCD-884C-B509-5433E2696D4C}"/>
          </ac:spMkLst>
        </pc:spChg>
        <pc:picChg chg="add mod">
          <ac:chgData name="Nick Woodford" userId="78af9b5bde3d4420" providerId="LiveId" clId="{2BA36E24-136A-4824-BD4D-7FE75E9E0394}" dt="2025-06-03T15:21:48.664" v="6808" actId="962"/>
          <ac:picMkLst>
            <pc:docMk/>
            <pc:sldMk cId="410322220" sldId="268"/>
            <ac:picMk id="6" creationId="{9674E644-4C6B-B882-DC47-E06A3FF6524D}"/>
          </ac:picMkLst>
        </pc:picChg>
      </pc:sldChg>
      <pc:sldChg chg="modSp new del mod">
        <pc:chgData name="Nick Woodford" userId="78af9b5bde3d4420" providerId="LiveId" clId="{2BA36E24-136A-4824-BD4D-7FE75E9E0394}" dt="2025-06-03T10:48:53.143" v="5958" actId="680"/>
        <pc:sldMkLst>
          <pc:docMk/>
          <pc:sldMk cId="1307453236" sldId="268"/>
        </pc:sldMkLst>
        <pc:spChg chg="mod">
          <ac:chgData name="Nick Woodford" userId="78af9b5bde3d4420" providerId="LiveId" clId="{2BA36E24-136A-4824-BD4D-7FE75E9E0394}" dt="2025-06-03T10:48:52.517" v="5957" actId="20577"/>
          <ac:spMkLst>
            <pc:docMk/>
            <pc:sldMk cId="1307453236" sldId="268"/>
            <ac:spMk id="2" creationId="{97EA9558-F040-D5EF-D89C-2DE6C943B3B5}"/>
          </ac:spMkLst>
        </pc:spChg>
      </pc:sldChg>
      <pc:sldChg chg="addSp delSp modSp new mod">
        <pc:chgData name="Nick Woodford" userId="78af9b5bde3d4420" providerId="LiveId" clId="{2BA36E24-136A-4824-BD4D-7FE75E9E0394}" dt="2025-06-03T18:59:45.147" v="7624" actId="20577"/>
        <pc:sldMkLst>
          <pc:docMk/>
          <pc:sldMk cId="3066982983" sldId="269"/>
        </pc:sldMkLst>
        <pc:spChg chg="mod">
          <ac:chgData name="Nick Woodford" userId="78af9b5bde3d4420" providerId="LiveId" clId="{2BA36E24-136A-4824-BD4D-7FE75E9E0394}" dt="2025-06-03T15:34:04.996" v="7567" actId="20577"/>
          <ac:spMkLst>
            <pc:docMk/>
            <pc:sldMk cId="3066982983" sldId="269"/>
            <ac:spMk id="2" creationId="{844C76EB-CD3D-5686-F661-A9053C9C668A}"/>
          </ac:spMkLst>
        </pc:spChg>
        <pc:spChg chg="del">
          <ac:chgData name="Nick Woodford" userId="78af9b5bde3d4420" providerId="LiveId" clId="{2BA36E24-136A-4824-BD4D-7FE75E9E0394}" dt="2025-06-03T15:28:32.537" v="6846" actId="21"/>
          <ac:spMkLst>
            <pc:docMk/>
            <pc:sldMk cId="3066982983" sldId="269"/>
            <ac:spMk id="3" creationId="{BE5166C1-E985-BAC2-2909-84A744E121A3}"/>
          </ac:spMkLst>
        </pc:spChg>
        <pc:spChg chg="add mod">
          <ac:chgData name="Nick Woodford" userId="78af9b5bde3d4420" providerId="LiveId" clId="{2BA36E24-136A-4824-BD4D-7FE75E9E0394}" dt="2025-06-03T15:32:54.280" v="7496" actId="1076"/>
          <ac:spMkLst>
            <pc:docMk/>
            <pc:sldMk cId="3066982983" sldId="269"/>
            <ac:spMk id="4" creationId="{0CC1E71D-05B6-F193-694D-6A863384AFDD}"/>
          </ac:spMkLst>
        </pc:spChg>
        <pc:spChg chg="add mod">
          <ac:chgData name="Nick Woodford" userId="78af9b5bde3d4420" providerId="LiveId" clId="{2BA36E24-136A-4824-BD4D-7FE75E9E0394}" dt="2025-06-03T15:32:54.280" v="7496" actId="1076"/>
          <ac:spMkLst>
            <pc:docMk/>
            <pc:sldMk cId="3066982983" sldId="269"/>
            <ac:spMk id="5" creationId="{89D25809-BB48-E911-45FD-9BEED57BDF75}"/>
          </ac:spMkLst>
        </pc:spChg>
        <pc:spChg chg="add mod">
          <ac:chgData name="Nick Woodford" userId="78af9b5bde3d4420" providerId="LiveId" clId="{2BA36E24-136A-4824-BD4D-7FE75E9E0394}" dt="2025-06-03T15:32:54.280" v="7496" actId="1076"/>
          <ac:spMkLst>
            <pc:docMk/>
            <pc:sldMk cId="3066982983" sldId="269"/>
            <ac:spMk id="6" creationId="{8A4C0FD9-9791-1680-C568-30116C64663D}"/>
          </ac:spMkLst>
        </pc:spChg>
        <pc:spChg chg="add del mod">
          <ac:chgData name="Nick Woodford" userId="78af9b5bde3d4420" providerId="LiveId" clId="{2BA36E24-136A-4824-BD4D-7FE75E9E0394}" dt="2025-06-03T15:29:11.817" v="6972" actId="21"/>
          <ac:spMkLst>
            <pc:docMk/>
            <pc:sldMk cId="3066982983" sldId="269"/>
            <ac:spMk id="7" creationId="{BE5166C1-E985-BAC2-2909-84A744E121A3}"/>
          </ac:spMkLst>
        </pc:spChg>
        <pc:spChg chg="add mod">
          <ac:chgData name="Nick Woodford" userId="78af9b5bde3d4420" providerId="LiveId" clId="{2BA36E24-136A-4824-BD4D-7FE75E9E0394}" dt="2025-06-03T15:32:54.280" v="7496" actId="1076"/>
          <ac:spMkLst>
            <pc:docMk/>
            <pc:sldMk cId="3066982983" sldId="269"/>
            <ac:spMk id="8" creationId="{ECA17C78-CB5F-524E-1637-3F5B13947E29}"/>
          </ac:spMkLst>
        </pc:spChg>
        <pc:spChg chg="add mod">
          <ac:chgData name="Nick Woodford" userId="78af9b5bde3d4420" providerId="LiveId" clId="{2BA36E24-136A-4824-BD4D-7FE75E9E0394}" dt="2025-06-03T15:32:54.280" v="7496" actId="1076"/>
          <ac:spMkLst>
            <pc:docMk/>
            <pc:sldMk cId="3066982983" sldId="269"/>
            <ac:spMk id="9" creationId="{FAC1C99D-41C9-8A7F-56B0-737193FD3985}"/>
          </ac:spMkLst>
        </pc:spChg>
        <pc:spChg chg="add mod">
          <ac:chgData name="Nick Woodford" userId="78af9b5bde3d4420" providerId="LiveId" clId="{2BA36E24-136A-4824-BD4D-7FE75E9E0394}" dt="2025-06-03T15:32:54.280" v="7496" actId="1076"/>
          <ac:spMkLst>
            <pc:docMk/>
            <pc:sldMk cId="3066982983" sldId="269"/>
            <ac:spMk id="10" creationId="{E2BC3D3B-FFE1-37D9-01BD-3131AAEA9754}"/>
          </ac:spMkLst>
        </pc:spChg>
        <pc:spChg chg="add mod">
          <ac:chgData name="Nick Woodford" userId="78af9b5bde3d4420" providerId="LiveId" clId="{2BA36E24-136A-4824-BD4D-7FE75E9E0394}" dt="2025-06-03T15:32:54.280" v="7496" actId="1076"/>
          <ac:spMkLst>
            <pc:docMk/>
            <pc:sldMk cId="3066982983" sldId="269"/>
            <ac:spMk id="11" creationId="{7259FA12-624E-ED56-6B4E-DF93D217A252}"/>
          </ac:spMkLst>
        </pc:spChg>
        <pc:spChg chg="add mod">
          <ac:chgData name="Nick Woodford" userId="78af9b5bde3d4420" providerId="LiveId" clId="{2BA36E24-136A-4824-BD4D-7FE75E9E0394}" dt="2025-06-03T15:32:54.280" v="7496" actId="1076"/>
          <ac:spMkLst>
            <pc:docMk/>
            <pc:sldMk cId="3066982983" sldId="269"/>
            <ac:spMk id="12" creationId="{5B67BDA7-13B7-C8D3-0F38-7BC8A62836D6}"/>
          </ac:spMkLst>
        </pc:spChg>
        <pc:spChg chg="add mod">
          <ac:chgData name="Nick Woodford" userId="78af9b5bde3d4420" providerId="LiveId" clId="{2BA36E24-136A-4824-BD4D-7FE75E9E0394}" dt="2025-06-03T15:32:54.280" v="7496" actId="1076"/>
          <ac:spMkLst>
            <pc:docMk/>
            <pc:sldMk cId="3066982983" sldId="269"/>
            <ac:spMk id="13" creationId="{0BC640D4-636F-6C47-21FF-1E2E73D8C9B7}"/>
          </ac:spMkLst>
        </pc:spChg>
        <pc:spChg chg="add mod">
          <ac:chgData name="Nick Woodford" userId="78af9b5bde3d4420" providerId="LiveId" clId="{2BA36E24-136A-4824-BD4D-7FE75E9E0394}" dt="2025-06-03T15:32:54.280" v="7496" actId="1076"/>
          <ac:spMkLst>
            <pc:docMk/>
            <pc:sldMk cId="3066982983" sldId="269"/>
            <ac:spMk id="14" creationId="{434E4E66-6B4D-F1A0-D9CD-27CFFBA96AB2}"/>
          </ac:spMkLst>
        </pc:spChg>
        <pc:spChg chg="add mod">
          <ac:chgData name="Nick Woodford" userId="78af9b5bde3d4420" providerId="LiveId" clId="{2BA36E24-136A-4824-BD4D-7FE75E9E0394}" dt="2025-06-03T15:30:58.218" v="7301" actId="20577"/>
          <ac:spMkLst>
            <pc:docMk/>
            <pc:sldMk cId="3066982983" sldId="269"/>
            <ac:spMk id="15" creationId="{E3072B6B-9DBC-A6FF-26D1-26036E8050CA}"/>
          </ac:spMkLst>
        </pc:spChg>
        <pc:spChg chg="add mod">
          <ac:chgData name="Nick Woodford" userId="78af9b5bde3d4420" providerId="LiveId" clId="{2BA36E24-136A-4824-BD4D-7FE75E9E0394}" dt="2025-06-03T15:30:29.637" v="7176" actId="1076"/>
          <ac:spMkLst>
            <pc:docMk/>
            <pc:sldMk cId="3066982983" sldId="269"/>
            <ac:spMk id="16" creationId="{FB089F85-1AFB-E430-1627-15E4950111C0}"/>
          </ac:spMkLst>
        </pc:spChg>
        <pc:spChg chg="add del mod">
          <ac:chgData name="Nick Woodford" userId="78af9b5bde3d4420" providerId="LiveId" clId="{2BA36E24-136A-4824-BD4D-7FE75E9E0394}" dt="2025-06-03T15:31:06.168" v="7304" actId="478"/>
          <ac:spMkLst>
            <pc:docMk/>
            <pc:sldMk cId="3066982983" sldId="269"/>
            <ac:spMk id="17" creationId="{E43F3128-7520-B88C-C939-14C2C2700C6E}"/>
          </ac:spMkLst>
        </pc:spChg>
        <pc:spChg chg="add del mod">
          <ac:chgData name="Nick Woodford" userId="78af9b5bde3d4420" providerId="LiveId" clId="{2BA36E24-136A-4824-BD4D-7FE75E9E0394}" dt="2025-06-03T15:31:06.168" v="7304" actId="478"/>
          <ac:spMkLst>
            <pc:docMk/>
            <pc:sldMk cId="3066982983" sldId="269"/>
            <ac:spMk id="18" creationId="{D6CC9625-2D84-8643-A1E4-04891B639292}"/>
          </ac:spMkLst>
        </pc:spChg>
        <pc:spChg chg="add del mod">
          <ac:chgData name="Nick Woodford" userId="78af9b5bde3d4420" providerId="LiveId" clId="{2BA36E24-136A-4824-BD4D-7FE75E9E0394}" dt="2025-06-03T15:31:06.168" v="7304" actId="478"/>
          <ac:spMkLst>
            <pc:docMk/>
            <pc:sldMk cId="3066982983" sldId="269"/>
            <ac:spMk id="19" creationId="{20EDFDC2-CC2E-8D08-92EA-32D118DA7B1B}"/>
          </ac:spMkLst>
        </pc:spChg>
        <pc:spChg chg="add mod">
          <ac:chgData name="Nick Woodford" userId="78af9b5bde3d4420" providerId="LiveId" clId="{2BA36E24-136A-4824-BD4D-7FE75E9E0394}" dt="2025-06-03T18:59:45.147" v="7624" actId="20577"/>
          <ac:spMkLst>
            <pc:docMk/>
            <pc:sldMk cId="3066982983" sldId="269"/>
            <ac:spMk id="20" creationId="{B6B10BA8-5CCF-9221-F8D6-465895421CC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A1A30B-F715-4E38-9529-0F3710E26FFD}" type="datetimeFigureOut">
              <a:rPr lang="en-GB" smtClean="0"/>
              <a:t>04/06/2025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9E65B0-3DAC-4E38-AB77-F9E9F28937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0176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9E65B0-3DAC-4E38-AB77-F9E9F289378D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77755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1FFB6-416D-3221-443F-E5E6ED16E3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AD0867-DC00-6683-A1B3-7C5B8DEBCC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4E68C-76AC-0575-E21A-1C020C407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9F98-ADB1-46AD-8D4C-A503EF9531AF}" type="datetimeFigureOut">
              <a:rPr lang="en-GB" smtClean="0"/>
              <a:t>04/06/2025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4F933-9045-3F2D-E44E-E0EACDBCC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ECFA76-D26E-A160-D906-A39633A76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914D4-F5E7-4984-9BF9-CF6CAA96AC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9856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CDAD3-B5B3-0B76-C633-B94593F7C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EEA8F-0293-3143-2ACF-A132EE2A63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E6D29B-90EB-0703-7726-3FB222134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9F98-ADB1-46AD-8D4C-A503EF9531AF}" type="datetimeFigureOut">
              <a:rPr lang="en-GB" smtClean="0"/>
              <a:t>04/06/2025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2D283-EC9D-F7C5-3D63-000E3BCE7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6AA037-D2A2-8D0F-89B7-FB8EA2792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914D4-F5E7-4984-9BF9-CF6CAA96AC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7974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0FE5D-41E4-8544-0BA0-C684CF7BA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6E3283-F64D-0F13-F4CC-934B207C8A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8E291-9B7B-C309-41AA-4A8EA2615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9F98-ADB1-46AD-8D4C-A503EF9531AF}" type="datetimeFigureOut">
              <a:rPr lang="en-GB" smtClean="0"/>
              <a:t>04/06/2025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81D184-E441-B783-0EDC-E570026C3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82359-EF5E-F47F-D80B-E80CB988C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914D4-F5E7-4984-9BF9-CF6CAA96AC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3255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F9873-F235-08F9-82BC-18CC95A78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0F99D-41EB-4D68-FC97-27EDF69ECD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9A7695-4026-5074-90E6-789FDEBF63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3AA761-58D1-D72E-6A75-6377C10F6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9F98-ADB1-46AD-8D4C-A503EF9531AF}" type="datetimeFigureOut">
              <a:rPr lang="en-GB" smtClean="0"/>
              <a:t>04/06/2025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C07F08-C3F7-56E0-1E48-346690ECE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269BE-4523-8EE6-F70A-764767FCB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914D4-F5E7-4984-9BF9-CF6CAA96AC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2412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C5A38-4B82-E0DD-0918-5B43D3BDD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1E35AC-13B1-CA06-6815-C9AEE79F9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C4DEC1-150B-72D5-B28E-A7874FD2D8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D367C6-CE7C-8BD5-5267-BC61F9EC9B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0E8EEE-ADFC-E95B-1071-2922B5451C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E7BC7F-0A8C-2293-4512-993F751B4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9F98-ADB1-46AD-8D4C-A503EF9531AF}" type="datetimeFigureOut">
              <a:rPr lang="en-GB" smtClean="0"/>
              <a:t>04/06/2025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83F396-04A3-7DDE-BC76-2AD2EABF9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1A199A-1CAA-E6AA-1047-E1598C490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914D4-F5E7-4984-9BF9-CF6CAA96AC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5253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FD324-8B9E-EB48-75DB-5F450F081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E8209C-69F6-5452-674C-788B622DC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9F98-ADB1-46AD-8D4C-A503EF9531AF}" type="datetimeFigureOut">
              <a:rPr lang="en-GB" smtClean="0"/>
              <a:t>04/06/2025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5ACCF5-433B-7AA8-1A5B-1A7E0776D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AFBB63-8567-5CC0-DEC0-1169458F4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914D4-F5E7-4984-9BF9-CF6CAA96AC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2952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AE5F08-301B-C2E4-9580-28866687A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9F98-ADB1-46AD-8D4C-A503EF9531AF}" type="datetimeFigureOut">
              <a:rPr lang="en-GB" smtClean="0"/>
              <a:t>04/06/2025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DBE735-F19F-5DE5-D83D-73FFF12AC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4CA25A-A675-47A1-692A-98DF1E4C6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914D4-F5E7-4984-9BF9-CF6CAA96AC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6980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CAF07-3C2D-CCB1-4BFB-55ECDB92B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78791-A2F3-6F2D-38F0-0A55774EC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CE9C13-6C7D-C435-B131-FA1E6C3FBA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987F53-AAC0-A70A-84D1-ABD075E46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9F98-ADB1-46AD-8D4C-A503EF9531AF}" type="datetimeFigureOut">
              <a:rPr lang="en-GB" smtClean="0"/>
              <a:t>04/06/2025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00D7BF-B87A-7D9E-977D-9F2F61806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82F867-075B-348D-46D8-7A9C15D03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914D4-F5E7-4984-9BF9-CF6CAA96AC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1736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1DC51-5DEB-0955-1A57-A9B7B8E32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49A52D-839C-E549-51CD-8B5D2CA4A5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029C6F-435D-D8FB-F0D1-7F6090CBA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D7D161-3C28-C918-F130-24439203C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9F98-ADB1-46AD-8D4C-A503EF9531AF}" type="datetimeFigureOut">
              <a:rPr lang="en-GB" smtClean="0"/>
              <a:t>04/06/2025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309EB7-D957-1A64-C938-332EA10BA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B9F6AE-FE8E-C1F5-66F0-BC77B9F3B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914D4-F5E7-4984-9BF9-CF6CAA96AC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3276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02D3E-5ABD-D37E-9A86-C2EAE6209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33D883-2281-576D-37EB-2D78E2023A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675EA4-11C3-7FCC-CF4A-A4E98F1B4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9F98-ADB1-46AD-8D4C-A503EF9531AF}" type="datetimeFigureOut">
              <a:rPr lang="en-GB" smtClean="0"/>
              <a:t>04/06/2025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269526-CFA2-91CE-F5D9-132B1F65D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FD3ABC-1AA3-D6AF-7EAC-942074315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914D4-F5E7-4984-9BF9-CF6CAA96AC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0309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23D943-3789-EDC4-F9E6-F07F9E9340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04FF5D-BEC8-94E0-8489-90C93DD0BE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80801-72A3-C9A7-7A26-4A852D369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9F98-ADB1-46AD-8D4C-A503EF9531AF}" type="datetimeFigureOut">
              <a:rPr lang="en-GB" smtClean="0"/>
              <a:t>04/06/2025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A1052-4186-2351-EB23-ACE028CC3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C24AAC-30DB-F725-691C-B6D8DA566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914D4-F5E7-4984-9BF9-CF6CAA96AC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4417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2752C-11B0-138D-9202-E126596DC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B93EE7-B871-D60F-205A-DB144AC560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706A8-9EE0-1F50-B25A-397FAD237B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A29F98-ADB1-46AD-8D4C-A503EF9531AF}" type="datetimeFigureOut">
              <a:rPr lang="en-GB" smtClean="0"/>
              <a:t>04/06/2025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CBA73-AF4F-C237-B2AA-DB55E20727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32BA96-999D-1183-7B59-E978404274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E914D4-F5E7-4984-9BF9-CF6CAA96AC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7886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307.08727" TargetMode="External"/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A2565-D927-31B6-2EA1-8B5C9B32BA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B8-01 Alpha Particle Identification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A504B0-B946-ED73-54F8-ADB403B1A3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/>
              <a:t>Candidate Number: 1073415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35244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08BDA-B317-25A0-FDE4-3709694CD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Rutherford Scattering: The Data</a:t>
            </a:r>
          </a:p>
        </p:txBody>
      </p:sp>
      <p:pic>
        <p:nvPicPr>
          <p:cNvPr id="5" name="Content Placeholder 4" descr="A black background with white dots&#10;&#10;AI-generated content may be incorrect.">
            <a:extLst>
              <a:ext uri="{FF2B5EF4-FFF2-40B4-BE49-F238E27FC236}">
                <a16:creationId xmlns:a16="http://schemas.microsoft.com/office/drawing/2014/main" id="{4CE83D7A-30C4-E17F-A1CF-9D551B5435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690688"/>
            <a:ext cx="4267168" cy="4267168"/>
          </a:xfrm>
        </p:spPr>
      </p:pic>
      <p:pic>
        <p:nvPicPr>
          <p:cNvPr id="9" name="Picture 8" descr="A black sky with white dots&#10;&#10;AI-generated content may be incorrect.">
            <a:extLst>
              <a:ext uri="{FF2B5EF4-FFF2-40B4-BE49-F238E27FC236}">
                <a16:creationId xmlns:a16="http://schemas.microsoft.com/office/drawing/2014/main" id="{E28FB618-3B8E-7745-3288-7D96BCA616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9714" y="1672042"/>
            <a:ext cx="4267168" cy="4267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283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148A1-8C19-7FF8-E5EE-FF3A3D71E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Machine Learning Approach </a:t>
            </a:r>
          </a:p>
        </p:txBody>
      </p:sp>
      <p:pic>
        <p:nvPicPr>
          <p:cNvPr id="7" name="Picture 6" descr="A diagram of a mathematical equation&#10;&#10;AI-generated content may be incorrect.">
            <a:extLst>
              <a:ext uri="{FF2B5EF4-FFF2-40B4-BE49-F238E27FC236}">
                <a16:creationId xmlns:a16="http://schemas.microsoft.com/office/drawing/2014/main" id="{7F0407BD-CC69-1766-1951-CE3E6FD8F2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344" y="1462506"/>
            <a:ext cx="6767456" cy="2754197"/>
          </a:xfrm>
          <a:prstGeom prst="rect">
            <a:avLst/>
          </a:prstGeom>
        </p:spPr>
      </p:pic>
      <p:pic>
        <p:nvPicPr>
          <p:cNvPr id="11" name="Picture 10" descr="A diagram of a diagram of a process&#10;&#10;AI-generated content may be incorrect.">
            <a:extLst>
              <a:ext uri="{FF2B5EF4-FFF2-40B4-BE49-F238E27FC236}">
                <a16:creationId xmlns:a16="http://schemas.microsoft.com/office/drawing/2014/main" id="{6C6C491E-BD0C-A8C8-1DCB-1615AA25A4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5658" y="3988521"/>
            <a:ext cx="5388429" cy="26617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40DEB59-E9C4-09A1-9AEA-972830366066}"/>
              </a:ext>
            </a:extLst>
          </p:cNvPr>
          <p:cNvSpPr txBox="1"/>
          <p:nvPr/>
        </p:nvSpPr>
        <p:spPr>
          <a:xfrm>
            <a:off x="729086" y="1591745"/>
            <a:ext cx="4256572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Machine learning aims to automate complex tasks by approximating their solution using data.</a:t>
            </a:r>
          </a:p>
          <a:p>
            <a:endParaRPr lang="en-GB" sz="2400" dirty="0"/>
          </a:p>
          <a:p>
            <a:r>
              <a:rPr lang="en-GB" sz="2400" dirty="0"/>
              <a:t>Principle is the same but different tasks require different model architectures.</a:t>
            </a:r>
          </a:p>
          <a:p>
            <a:endParaRPr lang="en-GB" sz="2400" dirty="0"/>
          </a:p>
          <a:p>
            <a:r>
              <a:rPr lang="en-GB" sz="2400" dirty="0"/>
              <a:t>My model comes from testing and iterating, starting very simple and adding features that improved performance.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DA303D-1714-29FE-8F59-1AD041CEDE4E}"/>
              </a:ext>
            </a:extLst>
          </p:cNvPr>
          <p:cNvSpPr txBox="1"/>
          <p:nvPr/>
        </p:nvSpPr>
        <p:spPr>
          <a:xfrm>
            <a:off x="10703634" y="4713919"/>
            <a:ext cx="15185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A. Abdelrahman and S. </a:t>
            </a:r>
            <a:r>
              <a:rPr lang="en-GB" sz="900" dirty="0" err="1"/>
              <a:t>Viriri</a:t>
            </a:r>
            <a:r>
              <a:rPr lang="en-GB" sz="900" dirty="0"/>
              <a:t>. Kidney </a:t>
            </a:r>
            <a:r>
              <a:rPr lang="en-GB" sz="900" dirty="0" err="1"/>
              <a:t>tumor</a:t>
            </a:r>
            <a:r>
              <a:rPr lang="en-GB" sz="900" dirty="0"/>
              <a:t> semantic</a:t>
            </a:r>
          </a:p>
          <a:p>
            <a:r>
              <a:rPr lang="en-US" sz="900" dirty="0"/>
              <a:t>segmentation using deep learning: A survey</a:t>
            </a:r>
          </a:p>
          <a:p>
            <a:r>
              <a:rPr lang="en-US" sz="900" dirty="0"/>
              <a:t>of state-of-the-art. Journal of Imaging, 8:55,</a:t>
            </a:r>
          </a:p>
          <a:p>
            <a:r>
              <a:rPr lang="en-GB" sz="900" dirty="0"/>
              <a:t>02 2022.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88C079-DDF3-FD24-8A29-10A94DFD9641}"/>
              </a:ext>
            </a:extLst>
          </p:cNvPr>
          <p:cNvSpPr txBox="1"/>
          <p:nvPr/>
        </p:nvSpPr>
        <p:spPr>
          <a:xfrm>
            <a:off x="10613828" y="2333713"/>
            <a:ext cx="169817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/>
              <a:t>Y. H. Teoh. Machine learning and optimization</a:t>
            </a:r>
          </a:p>
          <a:p>
            <a:r>
              <a:rPr lang="fr-FR" sz="900" dirty="0"/>
              <a:t>techniques for </a:t>
            </a:r>
            <a:r>
              <a:rPr lang="fr-FR" sz="900" dirty="0" err="1"/>
              <a:t>trapped</a:t>
            </a:r>
            <a:r>
              <a:rPr lang="fr-FR" sz="900" dirty="0"/>
              <a:t>-ion quantum </a:t>
            </a:r>
            <a:r>
              <a:rPr lang="fr-FR" sz="900" dirty="0" err="1"/>
              <a:t>simulators</a:t>
            </a:r>
            <a:r>
              <a:rPr lang="fr-FR" sz="900" dirty="0"/>
              <a:t>.</a:t>
            </a:r>
          </a:p>
          <a:p>
            <a:r>
              <a:rPr lang="en-US" sz="900" dirty="0"/>
              <a:t>Master’s thesis, University of Waterloo, 2020.</a:t>
            </a:r>
            <a:endParaRPr lang="en-GB" sz="900" dirty="0"/>
          </a:p>
        </p:txBody>
      </p:sp>
    </p:spTree>
    <p:extLst>
      <p:ext uri="{BB962C8B-B14F-4D97-AF65-F5344CB8AC3E}">
        <p14:creationId xmlns:p14="http://schemas.microsoft.com/office/powerpoint/2010/main" val="1249826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04407-FF06-D85E-04D4-78A2DE9D0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417" y="365125"/>
            <a:ext cx="7946710" cy="1325563"/>
          </a:xfrm>
        </p:spPr>
        <p:txBody>
          <a:bodyPr/>
          <a:lstStyle/>
          <a:p>
            <a:r>
              <a:rPr lang="en-GB" dirty="0"/>
              <a:t>The Model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20F6870-9849-CB1E-658A-18BDBC80BE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28549" y="384403"/>
            <a:ext cx="2479146" cy="61084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16C1605-A419-184B-D03A-031361405F30}"/>
              </a:ext>
            </a:extLst>
          </p:cNvPr>
          <p:cNvSpPr txBox="1"/>
          <p:nvPr/>
        </p:nvSpPr>
        <p:spPr>
          <a:xfrm>
            <a:off x="1996239" y="3178753"/>
            <a:ext cx="559525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Three convolutional layers with 32 filter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Max Pooling to reduce spatial dimensions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One Residual Module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One fully connected layer with dropout between flattening and output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2AC02A-829F-E86C-F815-B837E7B28F78}"/>
              </a:ext>
            </a:extLst>
          </p:cNvPr>
          <p:cNvSpPr txBox="1"/>
          <p:nvPr/>
        </p:nvSpPr>
        <p:spPr>
          <a:xfrm>
            <a:off x="628449" y="1694089"/>
            <a:ext cx="36468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Input: 256x256 single channel image	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A507B4-0856-33B8-E4D9-E23344378171}"/>
              </a:ext>
            </a:extLst>
          </p:cNvPr>
          <p:cNvSpPr txBox="1"/>
          <p:nvPr/>
        </p:nvSpPr>
        <p:spPr>
          <a:xfrm>
            <a:off x="5682202" y="1690688"/>
            <a:ext cx="35216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Output: Single number count </a:t>
            </a:r>
            <a:r>
              <a:rPr lang="en-GB" sz="2400"/>
              <a:t>(rounded)</a:t>
            </a:r>
            <a:endParaRPr lang="en-GB" sz="2400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443B5448-0759-C405-6262-088CA895427D}"/>
              </a:ext>
            </a:extLst>
          </p:cNvPr>
          <p:cNvSpPr/>
          <p:nvPr/>
        </p:nvSpPr>
        <p:spPr>
          <a:xfrm>
            <a:off x="3981387" y="1926772"/>
            <a:ext cx="1164771" cy="25848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762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black square with white dots&#10;&#10;AI-generated content may be incorrect.">
            <a:extLst>
              <a:ext uri="{FF2B5EF4-FFF2-40B4-BE49-F238E27FC236}">
                <a16:creationId xmlns:a16="http://schemas.microsoft.com/office/drawing/2014/main" id="{4E215AE8-AA32-EF5C-74BE-71548B7D70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674" y="1670209"/>
            <a:ext cx="4508182" cy="4508182"/>
          </a:xfrm>
        </p:spPr>
      </p:pic>
      <p:pic>
        <p:nvPicPr>
          <p:cNvPr id="7" name="Picture 6" descr="A comparison of stars in space&#10;&#10;AI-generated content may be incorrect.">
            <a:extLst>
              <a:ext uri="{FF2B5EF4-FFF2-40B4-BE49-F238E27FC236}">
                <a16:creationId xmlns:a16="http://schemas.microsoft.com/office/drawing/2014/main" id="{2E428610-4AA1-DE3A-0245-C7583B6681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2848" y="1795397"/>
            <a:ext cx="4323123" cy="21615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08652F8-199D-4603-DF3F-014D0399E39E}"/>
              </a:ext>
            </a:extLst>
          </p:cNvPr>
          <p:cNvSpPr txBox="1"/>
          <p:nvPr/>
        </p:nvSpPr>
        <p:spPr>
          <a:xfrm>
            <a:off x="1186542" y="679609"/>
            <a:ext cx="45081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/>
              <a:t>Augmented 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7D7EDF-A36D-7D58-DBF1-C219B171A520}"/>
              </a:ext>
            </a:extLst>
          </p:cNvPr>
          <p:cNvSpPr txBox="1"/>
          <p:nvPr/>
        </p:nvSpPr>
        <p:spPr>
          <a:xfrm>
            <a:off x="6662061" y="679609"/>
            <a:ext cx="42018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/>
              <a:t>Synthetic Data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8EE8C1-1FBF-E542-D6C6-90D3744218FB}"/>
              </a:ext>
            </a:extLst>
          </p:cNvPr>
          <p:cNvSpPr txBox="1"/>
          <p:nvPr/>
        </p:nvSpPr>
        <p:spPr>
          <a:xfrm>
            <a:off x="6442848" y="4082143"/>
            <a:ext cx="486591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Images are also pre-processed using a threshold to set all values to 1 or 0 with the aim of eliminating noise, and increasing the model’s dependence on alphas’ shape rather than overall brightness </a:t>
            </a:r>
          </a:p>
        </p:txBody>
      </p:sp>
    </p:spTree>
    <p:extLst>
      <p:ext uri="{BB962C8B-B14F-4D97-AF65-F5344CB8AC3E}">
        <p14:creationId xmlns:p14="http://schemas.microsoft.com/office/powerpoint/2010/main" val="622630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C9950-B2D1-D8D0-5AFC-AAC7CAE30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Training the Model</a:t>
            </a:r>
          </a:p>
        </p:txBody>
      </p:sp>
      <p:pic>
        <p:nvPicPr>
          <p:cNvPr id="5" name="Content Placeholder 4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3A7ABCBE-939C-96A9-3051-0C5823DFD8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1029" y="1473915"/>
            <a:ext cx="9569942" cy="307355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1B3A13-F9FC-D7F4-6E80-8771FF9B555E}"/>
              </a:ext>
            </a:extLst>
          </p:cNvPr>
          <p:cNvSpPr txBox="1"/>
          <p:nvPr/>
        </p:nvSpPr>
        <p:spPr>
          <a:xfrm>
            <a:off x="1447801" y="4549676"/>
            <a:ext cx="905691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Pre-training on synthetic data clearly transfers well to real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This is improved further by fine-tuning with real dataset, increased in size by data augmentation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/>
          </a:p>
          <a:p>
            <a:r>
              <a:rPr lang="en-GB" sz="2400" dirty="0"/>
              <a:t>Low angle metric is total count comparison, high angle is individual photo accuracy</a:t>
            </a:r>
          </a:p>
        </p:txBody>
      </p:sp>
    </p:spTree>
    <p:extLst>
      <p:ext uri="{BB962C8B-B14F-4D97-AF65-F5344CB8AC3E}">
        <p14:creationId xmlns:p14="http://schemas.microsoft.com/office/powerpoint/2010/main" val="2306469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B2B35-FC17-3AA8-0273-86FB82026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Problem with High Angle Images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C641E-E5FE-FA7B-077E-B4801D5B9C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000"/>
            <a:ext cx="10515600" cy="4968875"/>
          </a:xfrm>
        </p:spPr>
        <p:txBody>
          <a:bodyPr>
            <a:normAutofit fontScale="92500" lnSpcReduction="20000"/>
          </a:bodyPr>
          <a:lstStyle/>
          <a:p>
            <a:r>
              <a:rPr lang="en-GB" sz="2400" dirty="0"/>
              <a:t>High angle images have very few alphas, ~10-20 in 400 images</a:t>
            </a:r>
          </a:p>
          <a:p>
            <a:r>
              <a:rPr lang="en-GB" sz="2400" dirty="0"/>
              <a:t>Unlike low angles where undercounting can balance out overcounting, there are very few images where it is possible to undercount</a:t>
            </a:r>
          </a:p>
          <a:p>
            <a:r>
              <a:rPr lang="en-GB" sz="2400" dirty="0"/>
              <a:t>Even though accuracy (number of photos where count is correct) is &gt;90%, the predicted count can easily be many times the actual count.</a:t>
            </a:r>
          </a:p>
          <a:p>
            <a:r>
              <a:rPr lang="en-GB" sz="2400" dirty="0"/>
              <a:t>Issue can be reduced by manually checking the images the model claims has alphas to improve accuracy, but then always get undercounting</a:t>
            </a:r>
          </a:p>
          <a:p>
            <a:r>
              <a:rPr lang="en-GB" sz="2400" dirty="0"/>
              <a:t>Also need to finetune to ensure it does not massively over-count while still actually finding real alphas</a:t>
            </a:r>
          </a:p>
          <a:p>
            <a:endParaRPr lang="en-GB" sz="2400" dirty="0"/>
          </a:p>
          <a:p>
            <a:pPr marL="0" indent="0">
              <a:buNone/>
            </a:pPr>
            <a:r>
              <a:rPr lang="en-GB" sz="2400" dirty="0"/>
              <a:t>Question of how to evaluate the model’s performance is complex, especially as outputs are rounded:</a:t>
            </a:r>
          </a:p>
          <a:p>
            <a:pPr marL="0" indent="0">
              <a:buNone/>
            </a:pPr>
            <a:r>
              <a:rPr lang="en-GB" sz="2400" dirty="0"/>
              <a:t>With a working model, could evaluate a root mean squared error per image to give total error based on number of photos predicted on.</a:t>
            </a:r>
          </a:p>
          <a:p>
            <a:pPr marL="0" indent="0">
              <a:buNone/>
            </a:pPr>
            <a:r>
              <a:rPr lang="en-GB" sz="2400" dirty="0"/>
              <a:t>But this will give much larger uncertainties than reality – especially for low angle images</a:t>
            </a:r>
          </a:p>
        </p:txBody>
      </p:sp>
    </p:spTree>
    <p:extLst>
      <p:ext uri="{BB962C8B-B14F-4D97-AF65-F5344CB8AC3E}">
        <p14:creationId xmlns:p14="http://schemas.microsoft.com/office/powerpoint/2010/main" val="2488485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EB70F-3800-218D-AB22-75DF4BE27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628" y="365125"/>
            <a:ext cx="5491774" cy="1325563"/>
          </a:xfrm>
        </p:spPr>
        <p:txBody>
          <a:bodyPr/>
          <a:lstStyle/>
          <a:p>
            <a:r>
              <a:rPr lang="en-GB" dirty="0"/>
              <a:t>Testing</a:t>
            </a:r>
          </a:p>
        </p:txBody>
      </p:sp>
      <p:pic>
        <p:nvPicPr>
          <p:cNvPr id="7" name="Picture 6" descr="A table with numbers and a number of objects&#10;&#10;AI-generated content may be incorrect.">
            <a:extLst>
              <a:ext uri="{FF2B5EF4-FFF2-40B4-BE49-F238E27FC236}">
                <a16:creationId xmlns:a16="http://schemas.microsoft.com/office/drawing/2014/main" id="{E566751A-51A1-F88A-9591-3D3B55F098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7202" y="856054"/>
            <a:ext cx="4860398" cy="257294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213CD43-0902-F1BC-FF13-24E06014653B}"/>
              </a:ext>
            </a:extLst>
          </p:cNvPr>
          <p:cNvSpPr txBox="1"/>
          <p:nvPr/>
        </p:nvSpPr>
        <p:spPr>
          <a:xfrm>
            <a:off x="914400" y="1480457"/>
            <a:ext cx="51816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Tested different high angle datasets for finetuning the high angle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Tested final models on a range of angles to determine which worked best at each angle</a:t>
            </a:r>
          </a:p>
        </p:txBody>
      </p:sp>
      <p:pic>
        <p:nvPicPr>
          <p:cNvPr id="8" name="Content Placeholder 4" descr="A screenshot of a graph&#10;&#10;AI-generated content may be incorrect.">
            <a:extLst>
              <a:ext uri="{FF2B5EF4-FFF2-40B4-BE49-F238E27FC236}">
                <a16:creationId xmlns:a16="http://schemas.microsoft.com/office/drawing/2014/main" id="{F92E4AB8-4C5C-8604-A609-EC95E4D00B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153" y="3534745"/>
            <a:ext cx="9601693" cy="3225966"/>
          </a:xfrm>
        </p:spPr>
      </p:pic>
    </p:spTree>
    <p:extLst>
      <p:ext uri="{BB962C8B-B14F-4D97-AF65-F5344CB8AC3E}">
        <p14:creationId xmlns:p14="http://schemas.microsoft.com/office/powerpoint/2010/main" val="2318552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8CEF2-F7AF-EBB7-D8D1-E0B94EC10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325" y="555164"/>
            <a:ext cx="2144486" cy="1325563"/>
          </a:xfrm>
        </p:spPr>
        <p:txBody>
          <a:bodyPr/>
          <a:lstStyle/>
          <a:p>
            <a:r>
              <a:rPr lang="en-GB" dirty="0"/>
              <a:t>Results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82256C-1FFC-2203-5837-74CC098D3B9B}"/>
              </a:ext>
            </a:extLst>
          </p:cNvPr>
          <p:cNvSpPr txBox="1"/>
          <p:nvPr/>
        </p:nvSpPr>
        <p:spPr>
          <a:xfrm>
            <a:off x="718210" y="1359795"/>
            <a:ext cx="11310503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98.8% count accuracy across 385 low angle images with 740 alphas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Found 79 of 100 real alphas in 1900 high angle images but outputted a count of 209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Struggles when exposure changed – not robust</a:t>
            </a:r>
          </a:p>
        </p:txBody>
      </p:sp>
      <p:pic>
        <p:nvPicPr>
          <p:cNvPr id="9" name="Content Placeholder 4" descr="A screenshot of a graph&#10;&#10;AI-generated content may be incorrect.">
            <a:extLst>
              <a:ext uri="{FF2B5EF4-FFF2-40B4-BE49-F238E27FC236}">
                <a16:creationId xmlns:a16="http://schemas.microsoft.com/office/drawing/2014/main" id="{4F91839C-859E-D09C-1163-9694D1842A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153" y="3534745"/>
            <a:ext cx="9601693" cy="3225966"/>
          </a:xfrm>
        </p:spPr>
      </p:pic>
    </p:spTree>
    <p:extLst>
      <p:ext uri="{BB962C8B-B14F-4D97-AF65-F5344CB8AC3E}">
        <p14:creationId xmlns:p14="http://schemas.microsoft.com/office/powerpoint/2010/main" val="13633852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C76EB-CD3D-5686-F661-A9053C9C6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457" y="301340"/>
            <a:ext cx="10515600" cy="1325563"/>
          </a:xfrm>
        </p:spPr>
        <p:txBody>
          <a:bodyPr/>
          <a:lstStyle/>
          <a:p>
            <a:r>
              <a:rPr lang="en-GB" dirty="0"/>
              <a:t>Summary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C1E71D-05B6-F193-694D-6A863384AFDD}"/>
              </a:ext>
            </a:extLst>
          </p:cNvPr>
          <p:cNvSpPr txBox="1"/>
          <p:nvPr/>
        </p:nvSpPr>
        <p:spPr>
          <a:xfrm>
            <a:off x="1401335" y="1626903"/>
            <a:ext cx="36468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Not enough training data	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D25809-BB48-E911-45FD-9BEED57BDF75}"/>
              </a:ext>
            </a:extLst>
          </p:cNvPr>
          <p:cNvSpPr txBox="1"/>
          <p:nvPr/>
        </p:nvSpPr>
        <p:spPr>
          <a:xfrm>
            <a:off x="6738116" y="1642145"/>
            <a:ext cx="35216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Data Augmentation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8A4C0FD9-9791-1680-C568-30116C64663D}"/>
              </a:ext>
            </a:extLst>
          </p:cNvPr>
          <p:cNvSpPr/>
          <p:nvPr/>
        </p:nvSpPr>
        <p:spPr>
          <a:xfrm>
            <a:off x="5048187" y="1743737"/>
            <a:ext cx="1164771" cy="25848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A17C78-CB5F-524E-1637-3F5B13947E29}"/>
              </a:ext>
            </a:extLst>
          </p:cNvPr>
          <p:cNvSpPr txBox="1"/>
          <p:nvPr/>
        </p:nvSpPr>
        <p:spPr>
          <a:xfrm>
            <a:off x="1401335" y="2260826"/>
            <a:ext cx="36468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Data distributions affecting predictions	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C1C99D-41C9-8A7F-56B0-737193FD3985}"/>
              </a:ext>
            </a:extLst>
          </p:cNvPr>
          <p:cNvSpPr txBox="1"/>
          <p:nvPr/>
        </p:nvSpPr>
        <p:spPr>
          <a:xfrm>
            <a:off x="6738116" y="2316250"/>
            <a:ext cx="35216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Synthetic data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E2BC3D3B-FFE1-37D9-01BD-3131AAEA9754}"/>
              </a:ext>
            </a:extLst>
          </p:cNvPr>
          <p:cNvSpPr/>
          <p:nvPr/>
        </p:nvSpPr>
        <p:spPr>
          <a:xfrm>
            <a:off x="5048187" y="2417842"/>
            <a:ext cx="1164771" cy="25848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59FA12-624E-ED56-6B4E-DF93D217A252}"/>
              </a:ext>
            </a:extLst>
          </p:cNvPr>
          <p:cNvSpPr txBox="1"/>
          <p:nvPr/>
        </p:nvSpPr>
        <p:spPr>
          <a:xfrm>
            <a:off x="1401335" y="3051765"/>
            <a:ext cx="36468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Model sensitive to image brightness	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67BDA7-13B7-C8D3-0F38-7BC8A62836D6}"/>
              </a:ext>
            </a:extLst>
          </p:cNvPr>
          <p:cNvSpPr txBox="1"/>
          <p:nvPr/>
        </p:nvSpPr>
        <p:spPr>
          <a:xfrm>
            <a:off x="6738116" y="3107189"/>
            <a:ext cx="35216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Binary Preprocessing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0BC640D4-636F-6C47-21FF-1E2E73D8C9B7}"/>
              </a:ext>
            </a:extLst>
          </p:cNvPr>
          <p:cNvSpPr/>
          <p:nvPr/>
        </p:nvSpPr>
        <p:spPr>
          <a:xfrm>
            <a:off x="5048187" y="3208781"/>
            <a:ext cx="1164771" cy="25848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4E4E66-6B4D-F1A0-D9CD-27CFFBA96AB2}"/>
              </a:ext>
            </a:extLst>
          </p:cNvPr>
          <p:cNvSpPr txBox="1"/>
          <p:nvPr/>
        </p:nvSpPr>
        <p:spPr>
          <a:xfrm>
            <a:off x="1401335" y="3944296"/>
            <a:ext cx="36468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High Angle images difficult for model	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072B6B-9DBC-A6FF-26D1-26036E8050CA}"/>
              </a:ext>
            </a:extLst>
          </p:cNvPr>
          <p:cNvSpPr txBox="1"/>
          <p:nvPr/>
        </p:nvSpPr>
        <p:spPr>
          <a:xfrm>
            <a:off x="6738116" y="3999720"/>
            <a:ext cx="35216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Manually check images predicted to have alpha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FB089F85-1AFB-E430-1627-15E4950111C0}"/>
              </a:ext>
            </a:extLst>
          </p:cNvPr>
          <p:cNvSpPr/>
          <p:nvPr/>
        </p:nvSpPr>
        <p:spPr>
          <a:xfrm>
            <a:off x="5048187" y="4101312"/>
            <a:ext cx="1164771" cy="25848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6B10BA8-5CCF-9221-F8D6-465895421CCB}"/>
              </a:ext>
            </a:extLst>
          </p:cNvPr>
          <p:cNvSpPr txBox="1"/>
          <p:nvPr/>
        </p:nvSpPr>
        <p:spPr>
          <a:xfrm>
            <a:off x="1253054" y="5049267"/>
            <a:ext cx="892508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			      Persistent issues: </a:t>
            </a:r>
            <a:br>
              <a:rPr lang="en-GB" sz="2400" dirty="0"/>
            </a:br>
            <a:r>
              <a:rPr lang="en-GB" sz="2400" dirty="0"/>
              <a:t>Sensitivity to brightness				</a:t>
            </a:r>
          </a:p>
          <a:p>
            <a:r>
              <a:rPr lang="en-GB" sz="2400" dirty="0"/>
              <a:t>Robustness across different camera settings</a:t>
            </a:r>
          </a:p>
          <a:p>
            <a:r>
              <a:rPr lang="en-GB" sz="2400" dirty="0"/>
              <a:t>High Angle Images</a:t>
            </a:r>
          </a:p>
        </p:txBody>
      </p:sp>
    </p:spTree>
    <p:extLst>
      <p:ext uri="{BB962C8B-B14F-4D97-AF65-F5344CB8AC3E}">
        <p14:creationId xmlns:p14="http://schemas.microsoft.com/office/powerpoint/2010/main" val="30669829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277DE-905D-5341-59DE-455E5D8EE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7099" y="315686"/>
            <a:ext cx="5257800" cy="1325563"/>
          </a:xfrm>
        </p:spPr>
        <p:txBody>
          <a:bodyPr/>
          <a:lstStyle/>
          <a:p>
            <a:r>
              <a:rPr lang="en-GB" dirty="0"/>
              <a:t>Thank you for listening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E52134-3BCD-884C-B509-5433E2696D4C}"/>
              </a:ext>
            </a:extLst>
          </p:cNvPr>
          <p:cNvSpPr txBox="1"/>
          <p:nvPr/>
        </p:nvSpPr>
        <p:spPr>
          <a:xfrm>
            <a:off x="7358743" y="315686"/>
            <a:ext cx="4071257" cy="5910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pic>
        <p:nvPicPr>
          <p:cNvPr id="6" name="Picture 5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9674E644-4C6B-B882-DC47-E06A3FF652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7444" y="1881759"/>
            <a:ext cx="7017111" cy="4248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222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677E2-AA62-9B20-07D8-DEA231269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Conclusions – Why is this data difficult for the model?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4CE0B-4154-6516-3256-234F13AA5A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24345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Model doesn’t perform as well as might have expected, despite efforts in architecture design and training – why is this?</a:t>
            </a:r>
          </a:p>
          <a:p>
            <a:endParaRPr lang="en-GB" sz="2400" dirty="0"/>
          </a:p>
          <a:p>
            <a:r>
              <a:rPr lang="en-GB" sz="2400" dirty="0"/>
              <a:t>Large variation – model struggles with changes in camera setting, standardising data collection could lead to improvements</a:t>
            </a:r>
          </a:p>
          <a:p>
            <a:r>
              <a:rPr lang="en-GB" sz="2400" dirty="0"/>
              <a:t>High angle images – difficult as discussed </a:t>
            </a:r>
          </a:p>
          <a:p>
            <a:r>
              <a:rPr lang="en-GB" sz="2400" dirty="0"/>
              <a:t>Sparsity – searching for ~10 bright pixels in &gt;10^4 pixels where almost all are 0 is difficult for CNNs, generally looking for large patterns across image</a:t>
            </a:r>
          </a:p>
          <a:p>
            <a:endParaRPr lang="en-GB" sz="2400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023225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D7E26-3E70-F337-9658-900D2717B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1D59A-800C-096C-2B9C-F45C17D2E6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010400" cy="4351338"/>
          </a:xfrm>
        </p:spPr>
        <p:txBody>
          <a:bodyPr>
            <a:normAutofit fontScale="92500" lnSpcReduction="10000"/>
          </a:bodyPr>
          <a:lstStyle/>
          <a:p>
            <a:r>
              <a:rPr lang="en-GB" sz="2800" dirty="0"/>
              <a:t>Model itself is likely also not very well suited to the task, tried many ideas which did not improve performance</a:t>
            </a:r>
          </a:p>
          <a:p>
            <a:r>
              <a:rPr lang="en-GB" sz="2800" dirty="0"/>
              <a:t> Localising the alphas in the images could decrease dependence on overall brightness, by labelling data for this is time consuming</a:t>
            </a:r>
          </a:p>
          <a:p>
            <a:pPr algn="l"/>
            <a:r>
              <a:rPr lang="en-US" sz="2800" b="0" i="0" u="none" strike="noStrike" baseline="0" dirty="0">
                <a:latin typeface="CMR10"/>
              </a:rPr>
              <a:t>L. Knobel, T. Han, and Y. M. Asano. Learning to count without annotations. (</a:t>
            </a:r>
            <a:r>
              <a:rPr lang="en-US" sz="2000" b="0" i="0" u="none" strike="noStrike" baseline="0" dirty="0">
                <a:latin typeface="CMR10"/>
              </a:rPr>
              <a:t>In </a:t>
            </a:r>
            <a:r>
              <a:rPr lang="en-US" sz="2000" b="0" i="0" u="none" strike="noStrike" baseline="0" dirty="0">
                <a:latin typeface="CMTI10"/>
              </a:rPr>
              <a:t>Proceedings of the IEEE/CVF Conference on Computer Vision and </a:t>
            </a:r>
            <a:r>
              <a:rPr lang="fr-FR" sz="2000" b="0" i="0" u="none" strike="noStrike" baseline="0" dirty="0">
                <a:latin typeface="CMTI10"/>
              </a:rPr>
              <a:t>Pattern Recognition</a:t>
            </a:r>
            <a:r>
              <a:rPr lang="fr-FR" sz="2000" b="0" i="0" u="none" strike="noStrike" baseline="0" dirty="0">
                <a:latin typeface="CMR10"/>
              </a:rPr>
              <a:t>, pages 22924–22934, 2024</a:t>
            </a:r>
            <a:r>
              <a:rPr lang="en-US" sz="2000" b="0" i="0" u="none" strike="noStrike" baseline="0" noProof="0" dirty="0">
                <a:latin typeface="CMR10"/>
              </a:rPr>
              <a:t>.) </a:t>
            </a:r>
            <a:r>
              <a:rPr lang="en-US" sz="2800" b="0" i="0" u="none" strike="noStrike" baseline="0" noProof="0" dirty="0">
                <a:latin typeface="CMR10"/>
              </a:rPr>
              <a:t>give</a:t>
            </a:r>
            <a:r>
              <a:rPr lang="en-US" sz="2800" noProof="0" dirty="0">
                <a:latin typeface="CMR10"/>
              </a:rPr>
              <a:t>s </a:t>
            </a:r>
            <a:r>
              <a:rPr lang="fr-FR" sz="2800" dirty="0">
                <a:latin typeface="CMR10"/>
              </a:rPr>
              <a:t>architecture </a:t>
            </a:r>
            <a:r>
              <a:rPr lang="en-GB" sz="2800" noProof="0" dirty="0">
                <a:latin typeface="CMR10"/>
              </a:rPr>
              <a:t>which could be adapted to </a:t>
            </a:r>
            <a:r>
              <a:rPr lang="fr-FR" sz="2800" dirty="0">
                <a:latin typeface="CMR10"/>
              </a:rPr>
              <a:t>train a model to localise </a:t>
            </a:r>
            <a:r>
              <a:rPr lang="en-GB" sz="2800" noProof="0" dirty="0">
                <a:latin typeface="CMR10"/>
              </a:rPr>
              <a:t>alphas without need to label many images</a:t>
            </a:r>
            <a:endParaRPr lang="en-GB" dirty="0"/>
          </a:p>
          <a:p>
            <a:endParaRPr lang="en-GB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396003F-3C6C-64DD-60F3-70D7EC9937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31" t="32018" r="36073" b="2134"/>
          <a:stretch/>
        </p:blipFill>
        <p:spPr>
          <a:xfrm>
            <a:off x="8207829" y="942295"/>
            <a:ext cx="3559628" cy="42148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5F4F9ED-2623-14E5-FA87-07A444C697E1}"/>
              </a:ext>
            </a:extLst>
          </p:cNvPr>
          <p:cNvSpPr txBox="1"/>
          <p:nvPr/>
        </p:nvSpPr>
        <p:spPr>
          <a:xfrm>
            <a:off x="8801100" y="5061858"/>
            <a:ext cx="23730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hlinkClick r:id="rId3"/>
              </a:rPr>
              <a:t>https://arxiv.org/pdf/2307.08727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31988485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626</TotalTime>
  <Words>737</Words>
  <Application>Microsoft Office PowerPoint</Application>
  <PresentationFormat>Widescreen</PresentationFormat>
  <Paragraphs>74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CMR10</vt:lpstr>
      <vt:lpstr>CMTI10</vt:lpstr>
      <vt:lpstr>Office Theme</vt:lpstr>
      <vt:lpstr>B8-01 Alpha Particle Identification</vt:lpstr>
      <vt:lpstr>Rutherford Scattering: The Data</vt:lpstr>
      <vt:lpstr>A Machine Learning Approach </vt:lpstr>
      <vt:lpstr>The Model</vt:lpstr>
      <vt:lpstr>PowerPoint Presentation</vt:lpstr>
      <vt:lpstr>Training the Model</vt:lpstr>
      <vt:lpstr>The Problem with High Angle Images</vt:lpstr>
      <vt:lpstr>Testing</vt:lpstr>
      <vt:lpstr>Results</vt:lpstr>
      <vt:lpstr>Summary</vt:lpstr>
      <vt:lpstr>Thank you for listening</vt:lpstr>
      <vt:lpstr>Conclusions – Why is this data difficult for the model?</vt:lpstr>
      <vt:lpstr>Improvements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Nick Woodford</dc:creator>
  <cp:lastModifiedBy>Nick Woodford</cp:lastModifiedBy>
  <cp:revision>2</cp:revision>
  <dcterms:created xsi:type="dcterms:W3CDTF">2025-05-27T14:42:44Z</dcterms:created>
  <dcterms:modified xsi:type="dcterms:W3CDTF">2025-06-04T09:32:44Z</dcterms:modified>
</cp:coreProperties>
</file>